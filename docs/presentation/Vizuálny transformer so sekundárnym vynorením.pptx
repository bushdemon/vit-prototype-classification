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B249E0-F533-48A2-BC34-E8C91B889494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6C4938-4780-45EB-B25A-DC64A95CFB45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70964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6C4938-4780-45EB-B25A-DC64A95CFB45}" type="slidenum">
              <a:rPr lang="sk-SK" smtClean="0"/>
              <a:t>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03998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613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24340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0233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32306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88514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123508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11509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60610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6598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159557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87871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6388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shDemon/ViT-prototype-classification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5FCBD4-626E-0E68-96FF-71030DB2E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>
            <a:normAutofit/>
          </a:bodyPr>
          <a:lstStyle/>
          <a:p>
            <a:r>
              <a:rPr lang="sk-SK" dirty="0"/>
              <a:t>Vizuálny </a:t>
            </a:r>
            <a:r>
              <a:rPr lang="sk-SK" dirty="0" err="1"/>
              <a:t>transformer</a:t>
            </a:r>
            <a:r>
              <a:rPr lang="sk-SK" dirty="0"/>
              <a:t> so sekundárnym</a:t>
            </a:r>
            <a:r>
              <a:rPr lang="en-US" dirty="0"/>
              <a:t> </a:t>
            </a:r>
            <a:r>
              <a:rPr lang="sk-SK" dirty="0"/>
              <a:t>vynorením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943938-3DC7-25AA-817B-056ED6FAD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5225240"/>
            <a:ext cx="10058400" cy="1143000"/>
          </a:xfrm>
        </p:spPr>
        <p:txBody>
          <a:bodyPr>
            <a:normAutofit/>
          </a:bodyPr>
          <a:lstStyle/>
          <a:p>
            <a:r>
              <a:rPr lang="sk-SK" dirty="0">
                <a:solidFill>
                  <a:srgbClr val="FFFFFF"/>
                </a:solidFill>
                <a:latin typeface="+mn-lt"/>
              </a:rPr>
              <a:t>B</a:t>
            </a:r>
            <a:r>
              <a:rPr lang="sk-SK" cap="none" dirty="0">
                <a:solidFill>
                  <a:srgbClr val="FFFFFF"/>
                </a:solidFill>
                <a:latin typeface="+mn-lt"/>
              </a:rPr>
              <a:t>c</a:t>
            </a:r>
            <a:r>
              <a:rPr lang="sk-SK" dirty="0">
                <a:solidFill>
                  <a:srgbClr val="FFFFFF"/>
                </a:solidFill>
                <a:latin typeface="+mn-lt"/>
              </a:rPr>
              <a:t>. M</a:t>
            </a:r>
            <a:r>
              <a:rPr lang="sk-SK" cap="none" dirty="0">
                <a:solidFill>
                  <a:srgbClr val="FFFFFF"/>
                </a:solidFill>
                <a:latin typeface="+mn-lt"/>
              </a:rPr>
              <a:t>atej</a:t>
            </a:r>
            <a:r>
              <a:rPr lang="sk-SK" dirty="0">
                <a:solidFill>
                  <a:srgbClr val="FFFFFF"/>
                </a:solidFill>
                <a:latin typeface="+mn-lt"/>
              </a:rPr>
              <a:t> </a:t>
            </a:r>
            <a:r>
              <a:rPr lang="sk-SK" cap="none" dirty="0">
                <a:solidFill>
                  <a:srgbClr val="FFFFFF"/>
                </a:solidFill>
                <a:latin typeface="+mn-lt"/>
              </a:rPr>
              <a:t>Miškovčík</a:t>
            </a:r>
            <a:br>
              <a:rPr lang="sk-SK" dirty="0">
                <a:solidFill>
                  <a:srgbClr val="FFFFFF"/>
                </a:solidFill>
                <a:latin typeface="+mn-lt"/>
              </a:rPr>
            </a:br>
            <a:r>
              <a:rPr lang="sk-SK" dirty="0">
                <a:solidFill>
                  <a:srgbClr val="FFFFFF"/>
                </a:solidFill>
                <a:latin typeface="+mn-lt"/>
              </a:rPr>
              <a:t>FMFI UK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3985C0-E548-44D2-B30E-F3E42DADE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36653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78F397-54B1-B95E-5277-D74F2EB00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sk-SK" sz="3600">
                <a:solidFill>
                  <a:srgbClr val="FFFFFF"/>
                </a:solidFill>
              </a:rPr>
              <a:t>Motivácia práce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70C0F-FBF7-1CD5-A563-60ADFC80B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anchor="ctr">
            <a:normAutofit/>
          </a:bodyPr>
          <a:lstStyle/>
          <a:p>
            <a:r>
              <a:rPr lang="sk-SK" dirty="0"/>
              <a:t>- </a:t>
            </a:r>
            <a:r>
              <a:rPr lang="sk-SK" dirty="0" err="1"/>
              <a:t>Vision</a:t>
            </a:r>
            <a:r>
              <a:rPr lang="sk-SK" dirty="0"/>
              <a:t> </a:t>
            </a:r>
            <a:r>
              <a:rPr lang="sk-SK" dirty="0" err="1"/>
              <a:t>Transformery</a:t>
            </a:r>
            <a:r>
              <a:rPr lang="sk-SK" dirty="0"/>
              <a:t> patria medzi moderné modely pre klasifikáciu obrazu</a:t>
            </a:r>
            <a:br>
              <a:rPr lang="sk-SK" dirty="0"/>
            </a:br>
            <a:r>
              <a:rPr lang="sk-SK" dirty="0"/>
              <a:t>- Klasifikácia sa štandardne realizuje pomocou MLP </a:t>
            </a:r>
            <a:r>
              <a:rPr lang="sk-SK" dirty="0" err="1"/>
              <a:t>head</a:t>
            </a:r>
            <a:r>
              <a:rPr lang="sk-SK" dirty="0"/>
              <a:t> prístupu</a:t>
            </a:r>
            <a:br>
              <a:rPr lang="sk-SK" dirty="0"/>
            </a:br>
            <a:r>
              <a:rPr lang="sk-SK" dirty="0"/>
              <a:t>- Existujú aj alternatívne prístupy založené na porovnávaní </a:t>
            </a:r>
            <a:r>
              <a:rPr lang="sk-SK" dirty="0" err="1"/>
              <a:t>embeddingov</a:t>
            </a:r>
            <a:br>
              <a:rPr lang="sk-SK" dirty="0"/>
            </a:br>
            <a:r>
              <a:rPr lang="sk-SK" dirty="0"/>
              <a:t>- Práca skúma možnosť reprezentácie kategórií viacerými vektormi</a:t>
            </a:r>
          </a:p>
        </p:txBody>
      </p:sp>
    </p:spTree>
    <p:extLst>
      <p:ext uri="{BB962C8B-B14F-4D97-AF65-F5344CB8AC3E}">
        <p14:creationId xmlns:p14="http://schemas.microsoft.com/office/powerpoint/2010/main" val="21386959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8929A0-D85D-69CD-361F-E0321907D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sk-SK" sz="3600">
                <a:solidFill>
                  <a:srgbClr val="FFFFFF"/>
                </a:solidFill>
              </a:rPr>
              <a:t>Architektúra Vision Transformeru</a:t>
            </a:r>
            <a:br>
              <a:rPr lang="sk-SK" sz="3600">
                <a:solidFill>
                  <a:srgbClr val="FFFFFF"/>
                </a:solidFill>
              </a:rPr>
            </a:br>
            <a:endParaRPr lang="sk-SK" sz="3600">
              <a:solidFill>
                <a:srgbClr val="FFFFFF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C7CBA-EBCD-D2B4-458A-AFB98D627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529580"/>
            <a:ext cx="6413663" cy="2653498"/>
          </a:xfrm>
        </p:spPr>
        <p:txBody>
          <a:bodyPr anchor="ctr">
            <a:normAutofit/>
          </a:bodyPr>
          <a:lstStyle/>
          <a:p>
            <a:r>
              <a:rPr lang="sk-SK" dirty="0"/>
              <a:t>- obraz sa rozdelí na patch-e</a:t>
            </a:r>
          </a:p>
          <a:p>
            <a:r>
              <a:rPr lang="sk-SK" dirty="0"/>
              <a:t>- patch-e sa prevedú na </a:t>
            </a:r>
            <a:r>
              <a:rPr lang="sk-SK" dirty="0" err="1"/>
              <a:t>embeddingy</a:t>
            </a:r>
            <a:endParaRPr lang="sk-SK" dirty="0"/>
          </a:p>
          <a:p>
            <a:r>
              <a:rPr lang="sk-SK" dirty="0"/>
              <a:t>- </a:t>
            </a:r>
            <a:r>
              <a:rPr lang="sk-SK" dirty="0" err="1"/>
              <a:t>transformer</a:t>
            </a:r>
            <a:r>
              <a:rPr lang="sk-SK" dirty="0"/>
              <a:t> </a:t>
            </a:r>
            <a:r>
              <a:rPr lang="sk-SK" dirty="0" err="1"/>
              <a:t>encoder</a:t>
            </a:r>
            <a:r>
              <a:rPr lang="sk-SK" dirty="0"/>
              <a:t> spracúva sekvenciu tokenov</a:t>
            </a:r>
          </a:p>
          <a:p>
            <a:r>
              <a:rPr lang="sk-SK" dirty="0"/>
              <a:t>- CLS token reprezentuje celý obraz</a:t>
            </a:r>
          </a:p>
        </p:txBody>
      </p:sp>
      <p:pic>
        <p:nvPicPr>
          <p:cNvPr id="1026" name="Picture 2" descr="Review: Vision Transformer (ViT). An Image is Worth 16x16 Words… | by  Sik-Ho Tsang | Medium">
            <a:extLst>
              <a:ext uri="{FF2B5EF4-FFF2-40B4-BE49-F238E27FC236}">
                <a16:creationId xmlns:a16="http://schemas.microsoft.com/office/drawing/2014/main" id="{47EC378F-5DC7-0320-4684-0A293E5FA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8221" y="2838574"/>
            <a:ext cx="6852983" cy="3489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1609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AE894-0CDE-FD64-46A4-3B870BB22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Prístupy ku klasifikácii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F99398-5A9F-BAC3-1F2A-1399B15AB9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gradFill>
            <a:gsLst>
              <a:gs pos="79000">
                <a:srgbClr val="BD582C"/>
              </a:gs>
              <a:gs pos="100000">
                <a:srgbClr val="E48312"/>
              </a:gs>
            </a:gsLst>
            <a:lin ang="5400000" scaled="1"/>
          </a:gradFill>
        </p:spPr>
        <p:txBody>
          <a:bodyPr/>
          <a:lstStyle/>
          <a:p>
            <a:r>
              <a:rPr lang="sk-SK" dirty="0">
                <a:solidFill>
                  <a:schemeClr val="bg1"/>
                </a:solidFill>
              </a:rPr>
              <a:t>Klasický MLP </a:t>
            </a:r>
            <a:r>
              <a:rPr lang="sk-SK" dirty="0" err="1">
                <a:solidFill>
                  <a:schemeClr val="bg1"/>
                </a:solidFill>
              </a:rPr>
              <a:t>head</a:t>
            </a:r>
            <a:endParaRPr lang="sk-SK" dirty="0">
              <a:solidFill>
                <a:schemeClr val="bg1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B0B848C-E80A-ACBC-E43D-613DC33CDE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>
            <a:solidFill>
              <a:srgbClr val="BD582C"/>
            </a:solidFill>
          </a:ln>
        </p:spPr>
        <p:txBody>
          <a:bodyPr/>
          <a:lstStyle/>
          <a:p>
            <a:r>
              <a:rPr lang="sk-SK" dirty="0"/>
              <a:t>CLS token → MLP </a:t>
            </a:r>
            <a:r>
              <a:rPr lang="sk-SK" dirty="0" err="1"/>
              <a:t>head</a:t>
            </a:r>
            <a:r>
              <a:rPr lang="sk-SK" dirty="0"/>
              <a:t> → </a:t>
            </a:r>
            <a:r>
              <a:rPr lang="sk-SK" dirty="0" err="1"/>
              <a:t>logits</a:t>
            </a:r>
            <a:r>
              <a:rPr lang="sk-SK" dirty="0"/>
              <a:t> → </a:t>
            </a:r>
            <a:r>
              <a:rPr lang="sk-SK" dirty="0" err="1"/>
              <a:t>softmax</a:t>
            </a:r>
            <a:endParaRPr lang="sk-SK" dirty="0"/>
          </a:p>
          <a:p>
            <a:endParaRPr lang="sk-SK" dirty="0"/>
          </a:p>
          <a:p>
            <a:r>
              <a:rPr lang="sk-SK" dirty="0"/>
              <a:t>- štandardný prístup vo </a:t>
            </a:r>
            <a:r>
              <a:rPr lang="sk-SK" dirty="0" err="1"/>
              <a:t>Vision</a:t>
            </a:r>
            <a:r>
              <a:rPr lang="sk-SK" dirty="0"/>
              <a:t> </a:t>
            </a:r>
            <a:r>
              <a:rPr lang="sk-SK" dirty="0" err="1"/>
              <a:t>Transformeroch</a:t>
            </a:r>
            <a:br>
              <a:rPr lang="sk-SK" dirty="0"/>
            </a:br>
            <a:r>
              <a:rPr lang="sk-SK" dirty="0"/>
              <a:t>- </a:t>
            </a:r>
            <a:r>
              <a:rPr lang="sk-SK" dirty="0" err="1"/>
              <a:t>perceptron</a:t>
            </a:r>
            <a:r>
              <a:rPr lang="sk-SK" dirty="0"/>
              <a:t> vypočítava skóre tried</a:t>
            </a:r>
            <a:br>
              <a:rPr lang="sk-SK" dirty="0"/>
            </a:br>
            <a:r>
              <a:rPr lang="sk-SK" dirty="0"/>
              <a:t>- výstupom sú pravdepodobnosti kategórií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B879D7-BCA8-119E-FF2E-D5554D520D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gradFill>
            <a:gsLst>
              <a:gs pos="79000">
                <a:srgbClr val="BD582C"/>
              </a:gs>
              <a:gs pos="100000">
                <a:srgbClr val="E48312"/>
              </a:gs>
            </a:gsLst>
            <a:lin ang="5400000" scaled="1"/>
          </a:gradFill>
        </p:spPr>
        <p:txBody>
          <a:bodyPr/>
          <a:lstStyle/>
          <a:p>
            <a:r>
              <a:rPr lang="sk-SK" dirty="0">
                <a:solidFill>
                  <a:schemeClr val="bg1"/>
                </a:solidFill>
              </a:rPr>
              <a:t>Vynorenie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B86B8DC-4F6C-196A-4EFF-E75C11F415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ln>
            <a:solidFill>
              <a:srgbClr val="BD582C"/>
            </a:solidFill>
          </a:ln>
        </p:spPr>
        <p:txBody>
          <a:bodyPr/>
          <a:lstStyle/>
          <a:p>
            <a:r>
              <a:rPr lang="sk-SK" dirty="0"/>
              <a:t>CLS token ↔ reprezentácie kategórií</a:t>
            </a:r>
          </a:p>
          <a:p>
            <a:endParaRPr lang="sk-SK" dirty="0"/>
          </a:p>
          <a:p>
            <a:r>
              <a:rPr lang="sk-SK" dirty="0"/>
              <a:t>- klasifikácia založená na podobnosti </a:t>
            </a:r>
            <a:r>
              <a:rPr lang="sk-SK" dirty="0" err="1"/>
              <a:t>embeddingov</a:t>
            </a:r>
            <a:br>
              <a:rPr lang="sk-SK" dirty="0"/>
            </a:br>
            <a:r>
              <a:rPr lang="sk-SK" dirty="0"/>
              <a:t>- CLS token sa porovnáva s reprezentáciami tried</a:t>
            </a:r>
            <a:br>
              <a:rPr lang="sk-SK" dirty="0"/>
            </a:br>
            <a:r>
              <a:rPr lang="sk-SK" dirty="0"/>
              <a:t>- alternatíva ku klasickému </a:t>
            </a:r>
            <a:r>
              <a:rPr lang="sk-SK" dirty="0" err="1"/>
              <a:t>classification</a:t>
            </a:r>
            <a:r>
              <a:rPr lang="sk-SK" dirty="0"/>
              <a:t> </a:t>
            </a:r>
            <a:r>
              <a:rPr lang="sk-SK" dirty="0" err="1"/>
              <a:t>head</a:t>
            </a:r>
            <a:r>
              <a:rPr lang="sk-SK" dirty="0"/>
              <a:t> prístupu</a:t>
            </a:r>
          </a:p>
        </p:txBody>
      </p:sp>
    </p:spTree>
    <p:extLst>
      <p:ext uri="{BB962C8B-B14F-4D97-AF65-F5344CB8AC3E}">
        <p14:creationId xmlns:p14="http://schemas.microsoft.com/office/powerpoint/2010/main" val="1857490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36F7BC5-3264-1C65-A150-74E2CC227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sk-SK" sz="3600">
                <a:solidFill>
                  <a:srgbClr val="FFFFFF"/>
                </a:solidFill>
              </a:rPr>
              <a:t>Viacvektorové vynorenie kategórií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ED30B49-BAB7-03E8-67E3-3DEC1D6104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anchor="ctr">
            <a:normAutofit/>
          </a:bodyPr>
          <a:lstStyle/>
          <a:p>
            <a:r>
              <a:rPr lang="sk-SK" dirty="0"/>
              <a:t>1 kategória → viac reprezentujúcich vektorov</a:t>
            </a:r>
          </a:p>
          <a:p>
            <a:endParaRPr lang="sk-SK" dirty="0"/>
          </a:p>
          <a:p>
            <a:r>
              <a:rPr lang="sk-SK" dirty="0"/>
              <a:t>- jedna trieda nemusí byť reprezentovaná jediným prototypom</a:t>
            </a:r>
            <a:br>
              <a:rPr lang="sk-SK" dirty="0"/>
            </a:br>
            <a:r>
              <a:rPr lang="sk-SK" dirty="0"/>
              <a:t>- objekty jednej kategórie môžu mať vysokú variabilitu</a:t>
            </a:r>
            <a:br>
              <a:rPr lang="sk-SK" dirty="0"/>
            </a:br>
            <a:r>
              <a:rPr lang="sk-SK" dirty="0"/>
              <a:t>- </a:t>
            </a:r>
            <a:r>
              <a:rPr lang="sk-SK" dirty="0" err="1"/>
              <a:t>viacvektorová</a:t>
            </a:r>
            <a:r>
              <a:rPr lang="sk-SK" dirty="0"/>
              <a:t> reprezentácia môže lepšie zachytiť rôzne podoby objektov</a:t>
            </a:r>
          </a:p>
        </p:txBody>
      </p:sp>
    </p:spTree>
    <p:extLst>
      <p:ext uri="{BB962C8B-B14F-4D97-AF65-F5344CB8AC3E}">
        <p14:creationId xmlns:p14="http://schemas.microsoft.com/office/powerpoint/2010/main" val="3502103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FFD2D5-9B49-DCEF-282F-C0C8A21DC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sk-SK" sz="3600">
                <a:solidFill>
                  <a:srgbClr val="FFFFFF"/>
                </a:solidFill>
              </a:rPr>
              <a:t>Aktuálny stav práce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A9DD0-1E07-B3C3-1233-2F20C13E5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anchor="ctr">
            <a:normAutofit/>
          </a:bodyPr>
          <a:lstStyle/>
          <a:p>
            <a:r>
              <a:rPr lang="sk-SK" dirty="0"/>
              <a:t>- založený </a:t>
            </a:r>
            <a:r>
              <a:rPr lang="sk-SK" dirty="0" err="1"/>
              <a:t>GitHub</a:t>
            </a:r>
            <a:r>
              <a:rPr lang="sk-SK" dirty="0"/>
              <a:t> repozitár  </a:t>
            </a:r>
            <a:r>
              <a:rPr lang="sk-SK" dirty="0">
                <a:hlinkClick r:id="rId2"/>
              </a:rPr>
              <a:t>https://github.com/BushDemon/ViT-prototype-classification</a:t>
            </a:r>
            <a:r>
              <a:rPr lang="sk-SK" dirty="0"/>
              <a:t> </a:t>
            </a:r>
            <a:br>
              <a:rPr lang="sk-SK" dirty="0"/>
            </a:br>
            <a:r>
              <a:rPr lang="sk-SK" dirty="0"/>
              <a:t>- vytvorená </a:t>
            </a:r>
            <a:r>
              <a:rPr lang="sk-SK" dirty="0" err="1"/>
              <a:t>LaTeX</a:t>
            </a:r>
            <a:r>
              <a:rPr lang="sk-SK" dirty="0"/>
              <a:t> kostra diplomovej práce</a:t>
            </a:r>
            <a:br>
              <a:rPr lang="sk-SK" dirty="0"/>
            </a:br>
            <a:r>
              <a:rPr lang="sk-SK" dirty="0"/>
              <a:t>- pripravené vývojové prostredie</a:t>
            </a:r>
            <a:br>
              <a:rPr lang="sk-SK" dirty="0"/>
            </a:br>
            <a:r>
              <a:rPr lang="sk-SK" dirty="0"/>
              <a:t>- otestovaný </a:t>
            </a:r>
            <a:r>
              <a:rPr lang="sk-SK" dirty="0" err="1"/>
              <a:t>framework</a:t>
            </a:r>
            <a:r>
              <a:rPr lang="en-US" dirty="0"/>
              <a:t>/</a:t>
            </a:r>
            <a:r>
              <a:rPr lang="en-US" dirty="0" err="1"/>
              <a:t>kni</a:t>
            </a:r>
            <a:r>
              <a:rPr lang="sk-SK" dirty="0"/>
              <a:t>žnice</a:t>
            </a:r>
            <a:br>
              <a:rPr lang="sk-SK" dirty="0"/>
            </a:br>
            <a:r>
              <a:rPr lang="sk-SK" dirty="0"/>
              <a:t>- preštudovaná základná literatúra</a:t>
            </a:r>
          </a:p>
        </p:txBody>
      </p:sp>
    </p:spTree>
    <p:extLst>
      <p:ext uri="{BB962C8B-B14F-4D97-AF65-F5344CB8AC3E}">
        <p14:creationId xmlns:p14="http://schemas.microsoft.com/office/powerpoint/2010/main" val="4231944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E4342-B48F-DA65-DC20-0189034B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Github</a:t>
            </a:r>
            <a:r>
              <a:rPr lang="sk-SK" dirty="0"/>
              <a:t> + </a:t>
            </a:r>
            <a:r>
              <a:rPr lang="sk-SK"/>
              <a:t>LaTeX</a:t>
            </a:r>
            <a:endParaRPr lang="sk-S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E9B44-DDD0-0240-45E2-A324F950D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Štruktúra repozitára</a:t>
            </a:r>
          </a:p>
          <a:p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  <a:p>
            <a:pPr marL="0" indent="0">
              <a:buNone/>
            </a:pPr>
            <a:r>
              <a:rPr lang="sk-SK" dirty="0"/>
              <a:t>V README.md sa nachádzajú aj ciele a plánované úlohy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12BD40-03A7-DAF0-C5E0-BC76B0E6E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78931"/>
            <a:ext cx="5835955" cy="1704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712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EF07C-36D6-BC87-4879-9FE32ACE4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Framework</a:t>
            </a:r>
            <a:r>
              <a:rPr lang="sk-SK" dirty="0"/>
              <a:t>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866B2-1E9F-B79C-8561-B0091217EF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V mojom teste je použitý </a:t>
            </a:r>
            <a:r>
              <a:rPr lang="sk-SK" dirty="0" err="1"/>
              <a:t>predtrénovaný</a:t>
            </a:r>
            <a:r>
              <a:rPr lang="sk-SK" dirty="0"/>
              <a:t> </a:t>
            </a:r>
            <a:r>
              <a:rPr lang="sk-SK" dirty="0" err="1"/>
              <a:t>Vision</a:t>
            </a:r>
            <a:r>
              <a:rPr lang="sk-SK" dirty="0"/>
              <a:t> </a:t>
            </a:r>
            <a:r>
              <a:rPr lang="sk-SK" dirty="0" err="1"/>
              <a:t>Transformer</a:t>
            </a:r>
            <a:r>
              <a:rPr lang="sk-SK" dirty="0"/>
              <a:t> vit_b_16 z knižnice </a:t>
            </a:r>
            <a:r>
              <a:rPr lang="sk-SK" dirty="0" err="1"/>
              <a:t>torchvision</a:t>
            </a:r>
            <a:r>
              <a:rPr lang="sk-SK" dirty="0"/>
              <a:t>.</a:t>
            </a:r>
            <a:br>
              <a:rPr lang="sk-SK" dirty="0"/>
            </a:br>
            <a:r>
              <a:rPr lang="sk-SK" dirty="0"/>
              <a:t>Cieľom je overiť načítanie modelu, predspracovanie vstupného obrázka a získanie výstupných pravdepodobností tried.</a:t>
            </a:r>
          </a:p>
          <a:p>
            <a:endParaRPr lang="sk-SK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53C978-CEB6-C737-7668-FAE005FA9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746094"/>
            <a:ext cx="4551103" cy="34781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7D4B07-56A4-806D-8F09-6E106BB289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0824" y="2746094"/>
            <a:ext cx="4219437" cy="213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04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40E1EE-5857-4344-5F2B-F49DA8C56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sk-SK" sz="3600">
                <a:solidFill>
                  <a:srgbClr val="FFFFFF"/>
                </a:solidFill>
              </a:rPr>
              <a:t>Plán ďalšej práce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1BE1D-4FE4-18E9-93AD-8D9CB704E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anchor="ctr">
            <a:normAutofit/>
          </a:bodyPr>
          <a:lstStyle/>
          <a:p>
            <a:r>
              <a:rPr lang="sk-SK" dirty="0"/>
              <a:t>- implementácia klasifikácie založenej na vynorení</a:t>
            </a:r>
            <a:br>
              <a:rPr lang="sk-SK" dirty="0"/>
            </a:br>
            <a:r>
              <a:rPr lang="sk-SK" dirty="0"/>
              <a:t>- implementácia </a:t>
            </a:r>
            <a:r>
              <a:rPr lang="sk-SK" dirty="0" err="1"/>
              <a:t>viacvektorového</a:t>
            </a:r>
            <a:r>
              <a:rPr lang="sk-SK" dirty="0"/>
              <a:t> modelu</a:t>
            </a:r>
            <a:br>
              <a:rPr lang="sk-SK" dirty="0"/>
            </a:br>
            <a:r>
              <a:rPr lang="sk-SK" dirty="0"/>
              <a:t>- návrh experimentov</a:t>
            </a:r>
            <a:br>
              <a:rPr lang="sk-SK" dirty="0"/>
            </a:br>
            <a:r>
              <a:rPr lang="sk-SK" dirty="0"/>
              <a:t>- porovnanie s </a:t>
            </a:r>
            <a:r>
              <a:rPr lang="sk-SK" dirty="0" err="1"/>
              <a:t>baseline</a:t>
            </a:r>
            <a:r>
              <a:rPr lang="sk-SK" dirty="0"/>
              <a:t> modelom</a:t>
            </a:r>
            <a:br>
              <a:rPr lang="sk-SK" dirty="0"/>
            </a:br>
            <a:r>
              <a:rPr lang="sk-SK" dirty="0"/>
              <a:t>- vyhodnotenie výsledkov</a:t>
            </a:r>
          </a:p>
        </p:txBody>
      </p:sp>
    </p:spTree>
    <p:extLst>
      <p:ext uri="{BB962C8B-B14F-4D97-AF65-F5344CB8AC3E}">
        <p14:creationId xmlns:p14="http://schemas.microsoft.com/office/powerpoint/2010/main" val="24739802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6BAF9-4B36-A559-AFB1-EF0D7CE49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Ďakujem za pozornosť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45C3B-A19F-A234-64F4-21E3B8B6B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76670460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39</TotalTime>
  <Words>302</Words>
  <Application>Microsoft Office PowerPoint</Application>
  <PresentationFormat>Widescreen</PresentationFormat>
  <Paragraphs>37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Retrospect</vt:lpstr>
      <vt:lpstr>Vizuálny transformer so sekundárnym vynorením</vt:lpstr>
      <vt:lpstr>Motivácia práce</vt:lpstr>
      <vt:lpstr>Architektúra Vision Transformeru </vt:lpstr>
      <vt:lpstr>Prístupy ku klasifikácii</vt:lpstr>
      <vt:lpstr>Viacvektorové vynorenie kategórií</vt:lpstr>
      <vt:lpstr>Aktuálny stav práce</vt:lpstr>
      <vt:lpstr>Github + LaTeX</vt:lpstr>
      <vt:lpstr>Framework test</vt:lpstr>
      <vt:lpstr>Plán ďalšej práce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Miškovčík Matej</dc:creator>
  <cp:lastModifiedBy>Miškovčík Matej</cp:lastModifiedBy>
  <cp:revision>5</cp:revision>
  <dcterms:created xsi:type="dcterms:W3CDTF">2026-05-14T13:27:25Z</dcterms:created>
  <dcterms:modified xsi:type="dcterms:W3CDTF">2026-05-14T14:06:37Z</dcterms:modified>
</cp:coreProperties>
</file>